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Projet IA Médical – Détection du Risque de Diabète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Ce projet s’inscrit dans une démarche concrète : utiliser l’intelligence artificielle pour aider à détecter le diabète plus tôt.</a:t>
            </a:r>
          </a:p>
          <a:p/>
          <a:p>
            <a:r>
              <a:t>L’objectif n’est pas de remplacer le médecin, mais de lui fournir un outil d’aide à la décision fiable et interprétable.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Pourquoi ce projet 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Le diabète touche des millions de personnes dans le monde.</a:t>
            </a:r>
          </a:p>
          <a:p>
            <a:r>
              <a:t>Beaucoup de cas ne sont détectés que tardivement.</a:t>
            </a:r>
          </a:p>
          <a:p/>
          <a:p>
            <a:r>
              <a:t>→ L’IA peut permettre un dépistage plus rapide</a:t>
            </a:r>
          </a:p>
          <a:p>
            <a:r>
              <a:t>→ Réduire les complications</a:t>
            </a:r>
          </a:p>
          <a:p>
            <a:r>
              <a:t>→ Améliorer la prise en charge des patients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Le dataset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Nous utilisons un dataset médical anonymisé.</a:t>
            </a:r>
          </a:p>
          <a:p/>
          <a:p>
            <a:r>
              <a:t>Il contient des informations cliniques réelles :</a:t>
            </a:r>
          </a:p>
          <a:p>
            <a:r>
              <a:t>- âge, IMC, glycémie</a:t>
            </a:r>
          </a:p>
          <a:p>
            <a:r>
              <a:t>- activité physique, tabac</a:t>
            </a:r>
          </a:p>
          <a:p>
            <a:r>
              <a:t>- score rétinien</a:t>
            </a:r>
          </a:p>
          <a:p/>
          <a:p>
            <a:r>
              <a:t>Toutes les données respectent l’anonymisation (RGPD).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Notre démarche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Le projet a été construit étape par étape :</a:t>
            </a:r>
          </a:p>
          <a:p/>
          <a:p>
            <a:r>
              <a:t>1. Comprendre les données</a:t>
            </a:r>
          </a:p>
          <a:p>
            <a:r>
              <a:t>2. Nettoyer et préparer</a:t>
            </a:r>
          </a:p>
          <a:p>
            <a:r>
              <a:t>3. Tester plusieurs modèles</a:t>
            </a:r>
          </a:p>
          <a:p>
            <a:r>
              <a:t>4. Évaluer de façon médicale</a:t>
            </a:r>
          </a:p>
          <a:p>
            <a:r>
              <a:t>5. Réfléchir aux impacts éthiques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Préparation des données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Avant d’entraîner un modèle, il faut rendre les données fiables :</a:t>
            </a:r>
          </a:p>
          <a:p/>
          <a:p>
            <a:r>
              <a:t>- gestion des valeurs manquantes</a:t>
            </a:r>
          </a:p>
          <a:p>
            <a:r>
              <a:t>- normalisation</a:t>
            </a:r>
          </a:p>
          <a:p>
            <a:r>
              <a:t>- encodage des variables</a:t>
            </a:r>
          </a:p>
          <a:p/>
          <a:p>
            <a:r>
              <a:t>Nous avons aussi équilibré les classes pour éviter les biais.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Confidentialité des données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Même anonymisées, les données médicales sont sensibles.</a:t>
            </a:r>
          </a:p>
          <a:p/>
          <a:p>
            <a:r>
              <a:t>→ Ajout de bruit laplacien</a:t>
            </a:r>
          </a:p>
          <a:p>
            <a:r>
              <a:t>→ Réduction du risque de ré-identification</a:t>
            </a:r>
          </a:p>
          <a:p/>
          <a:p>
            <a:r>
              <a:t>Objectif : protéger le patient tout en gardant l’information utile.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Les modèles testés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Nous avons comparé plusieurs approches :</a:t>
            </a:r>
          </a:p>
          <a:p/>
          <a:p>
            <a:r>
              <a:t>- Régression logistique (simple et interprétable)</a:t>
            </a:r>
          </a:p>
          <a:p>
            <a:r>
              <a:t>- Arbre de décision</a:t>
            </a:r>
          </a:p>
          <a:p>
            <a:r>
              <a:t>- Random Forest</a:t>
            </a:r>
          </a:p>
          <a:p>
            <a:r>
              <a:t>- XGBoost (performant)</a:t>
            </a:r>
          </a:p>
          <a:p/>
          <a:p>
            <a:r>
              <a:t>Chaque modèle a ses avantages.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Interprétabilité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En médecine, comprendre est essentiel.</a:t>
            </a:r>
          </a:p>
          <a:p/>
          <a:p>
            <a:r>
              <a:t>Grâce à SHAP, nous pouvons expliquer les décisions du modèle :</a:t>
            </a:r>
          </a:p>
          <a:p>
            <a:r>
              <a:t>- quelles variables influencent le diagnostic</a:t>
            </a:r>
          </a:p>
          <a:p>
            <a:r>
              <a:t>- dans quel sens</a:t>
            </a:r>
          </a:p>
          <a:p/>
          <a:p>
            <a:r>
              <a:t>→ Transparence pour le médecin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Évaluation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Nous avons utilisé plusieurs métriques :</a:t>
            </a:r>
          </a:p>
          <a:p/>
          <a:p>
            <a:r>
              <a:t>- précision</a:t>
            </a:r>
          </a:p>
          <a:p>
            <a:r>
              <a:t>- recall (sensibilité)</a:t>
            </a:r>
          </a:p>
          <a:p>
            <a:r>
              <a:t>- F1-score</a:t>
            </a:r>
          </a:p>
          <a:p/>
          <a:p>
            <a:r>
              <a:t>Mais en médecine, toutes ne se valent pas.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Pourquoi le recall est crucial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Un faux négatif = un patient malade non détecté.</a:t>
            </a:r>
          </a:p>
          <a:p/>
          <a:p>
            <a:r>
              <a:t>Conséquences possibles :</a:t>
            </a:r>
          </a:p>
          <a:p>
            <a:r>
              <a:t>- complications graves</a:t>
            </a:r>
          </a:p>
          <a:p>
            <a:r>
              <a:t>- retard de traitement</a:t>
            </a:r>
          </a:p>
          <a:p/>
          <a:p>
            <a:r>
              <a:t>→ priorité : détecter un maximum de patients à risque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Risques et limites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Un modèle n’est jamais parfait :</a:t>
            </a:r>
          </a:p>
          <a:p/>
          <a:p>
            <a:r>
              <a:t>- biais dans les données</a:t>
            </a:r>
          </a:p>
          <a:p>
            <a:r>
              <a:t>- populations sous-représentées</a:t>
            </a:r>
          </a:p>
          <a:p>
            <a:r>
              <a:t>- erreurs possibles</a:t>
            </a:r>
          </a:p>
          <a:p/>
          <a:p>
            <a:r>
              <a:t>→ importance du regard médical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Le médecin reste au centre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Ce projet n’est pas une substitution.</a:t>
            </a:r>
          </a:p>
          <a:p/>
          <a:p>
            <a:r>
              <a:t>→ Le modèle propose</a:t>
            </a:r>
          </a:p>
          <a:p>
            <a:r>
              <a:t>→ Le médecin décide</a:t>
            </a:r>
          </a:p>
          <a:p/>
          <a:p>
            <a:r>
              <a:t>On parle de : 'Human in the loop'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Industrialisation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Pour être utile, le modèle doit être déployé :</a:t>
            </a:r>
          </a:p>
          <a:p/>
          <a:p>
            <a:r>
              <a:t>- API sécurisée</a:t>
            </a:r>
          </a:p>
          <a:p>
            <a:r>
              <a:t>- conteneur Docker</a:t>
            </a:r>
          </a:p>
          <a:p>
            <a:r>
              <a:t>- CI/CD</a:t>
            </a:r>
          </a:p>
          <a:p>
            <a:r>
              <a:t>- monitoring des performances</a:t>
            </a:r>
          </a:p>
          <a:p/>
          <a:p>
            <a:r>
              <a:t>→ projet utilisable en conditions réelles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Journal de bord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Tout au long du projet :</a:t>
            </a:r>
          </a:p>
          <a:p/>
          <a:p>
            <a:r>
              <a:t>- essais de modèles</a:t>
            </a:r>
          </a:p>
          <a:p>
            <a:r>
              <a:t>- erreurs (overfitting, déséquilibre)</a:t>
            </a:r>
          </a:p>
          <a:p>
            <a:r>
              <a:t>- améliorations progressives</a:t>
            </a:r>
          </a:p>
          <a:p/>
          <a:p>
            <a:r>
              <a:t>→ apprentissage continu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Ce projet montre que l’IA peut aider en santé.</a:t>
            </a:r>
          </a:p>
          <a:p/>
          <a:p>
            <a:r>
              <a:t>Mais elle doit être :</a:t>
            </a:r>
          </a:p>
          <a:p>
            <a:r>
              <a:t>- fiable</a:t>
            </a:r>
          </a:p>
          <a:p>
            <a:r>
              <a:t>- explicable</a:t>
            </a:r>
          </a:p>
          <a:p>
            <a:r>
              <a:t>- encadrée</a:t>
            </a:r>
          </a:p>
          <a:p/>
          <a:p>
            <a:r>
              <a:t>L’humain reste essentiel dans la décision.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