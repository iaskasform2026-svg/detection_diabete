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Projet IA - Prédiction du diabète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Objectif : prédire le risque de diabète</a:t>
            </a:r>
          </a:p>
          <a:p>
            <a:pPr/>
            <a:r>
              <a:t>Aide à la décision médicale</a:t>
            </a:r>
          </a:p>
          <a:p>
            <a:pPr/>
            <a:r>
              <a:t>Projet couvrant C1 à C9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C1 - Jeu de données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Variables physiologiques</a:t>
            </a:r>
          </a:p>
          <a:p>
            <a:pPr/>
            <a:r>
              <a:t>Pertinence et cohérence</a:t>
            </a:r>
          </a:p>
          <a:p>
            <a:pPr/>
            <a:r>
              <a:t>Qualité des données essentielle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C2 - Risques éthiques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Biais de données</a:t>
            </a:r>
          </a:p>
          <a:p>
            <a:pPr/>
            <a:r>
              <a:t>RGPD et anonymisation</a:t>
            </a:r>
          </a:p>
          <a:p>
            <a:pPr/>
            <a:r>
              <a:t>Transparence du modèle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C3 - Préparation des données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Nettoyage des données</a:t>
            </a:r>
          </a:p>
          <a:p>
            <a:pPr/>
            <a:r>
              <a:t>Encodage</a:t>
            </a:r>
          </a:p>
          <a:p>
            <a:pPr/>
            <a:r>
              <a:t>Normalisation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C4 - Choix du modèle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Comparaison des modèles</a:t>
            </a:r>
          </a:p>
          <a:p>
            <a:pPr/>
            <a:r>
              <a:t>Performance vs interprétabilité</a:t>
            </a:r>
          </a:p>
          <a:p>
            <a:pPr/>
            <a:r>
              <a:t>Validation croisée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C5 - Entraînement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Apprentissage supervisé</a:t>
            </a:r>
          </a:p>
          <a:p>
            <a:pPr/>
            <a:r>
              <a:t>Train/test split</a:t>
            </a:r>
          </a:p>
          <a:p>
            <a:pPr/>
            <a:r>
              <a:t>Optimisation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C6 - Implémentation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API ou application</a:t>
            </a:r>
          </a:p>
          <a:p>
            <a:pPr/>
            <a:r>
              <a:t>Pipeline automatisé</a:t>
            </a:r>
          </a:p>
          <a:p>
            <a:pPr/>
            <a:r>
              <a:t>Suivi des prédictions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C7 -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Pipeline de données</a:t>
            </a:r>
          </a:p>
          <a:p>
            <a:pPr/>
            <a:r>
              <a:t>Contraintes techniques</a:t>
            </a:r>
          </a:p>
          <a:p>
            <a:pPr/>
            <a:r>
              <a:t>Scalabilité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C8 -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Accuracy, précision, recall</a:t>
            </a:r>
          </a:p>
          <a:p>
            <a:pPr/>
            <a:r>
              <a:t>Analyse des erreurs</a:t>
            </a:r>
          </a:p>
          <a:p>
            <a:pPr/>
            <a:r>
              <a:t>Monitoring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C9 - Amélioration continue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Réentraînement</a:t>
            </a:r>
          </a:p>
          <a:p>
            <a:pPr/>
            <a:r>
              <a:t>Détection de dérives</a:t>
            </a:r>
          </a:p>
          <a:p>
            <a:pPr/>
            <a:r>
              <a:t>Feedback utilisateur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Cycle de vie complet IA</a:t>
            </a:r>
          </a:p>
          <a:p>
            <a:pPr/>
            <a:r>
              <a:t>Enjeux techniques et éthiques</a:t>
            </a:r>
          </a:p>
          <a:p>
            <a:pPr/>
            <a:r>
              <a:t>Perspectives d’industrialisation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