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 IA Médical : Détection du Risque de Diabète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de certification IA</a:t>
            </a:r>
          </a:p>
          <a:p>
            <a:r>
              <a:t>Dataset clinique anonymisé</a:t>
            </a:r>
          </a:p>
          <a:p>
            <a:r>
              <a:t>Objectif : prédire le risque de diabète</a:t>
            </a:r>
          </a:p>
          <a:p>
            <a:r>
              <a:t>Auteur : Candidat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diabète est une maladie chronique majeure.</a:t>
            </a:r>
          </a:p>
          <a:p>
            <a:r>
              <a:t>Objectif : utiliser l’IA pour aider à la détection précoce.</a:t>
            </a:r>
          </a:p>
          <a:p>
            <a:r>
              <a:t>Approche basée sur des données cliniques anonymisées.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utilisé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medical_diabetes_dataset.csv</a:t>
            </a:r>
          </a:p>
          <a:p>
            <a:r>
              <a:t>Variables : âge, BMI, glucose, HbA1c, cholestérol, activité physique…</a:t>
            </a:r>
          </a:p>
          <a:p>
            <a:r>
              <a:t>Variable cible : diabetes_risk (0/1)</a:t>
            </a:r>
          </a:p>
          <a:p>
            <a:r>
              <a:t>Données anonymisées.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Méthodologie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Analyse et documentation des données</a:t>
            </a:r>
          </a:p>
          <a:p>
            <a:r>
              <a:t>2. Préparation des données</a:t>
            </a:r>
          </a:p>
          <a:p>
            <a:r>
              <a:t>3. Entraînement de plusieurs modèles</a:t>
            </a:r>
          </a:p>
          <a:p>
            <a:r>
              <a:t>4. Évaluation clinique</a:t>
            </a:r>
          </a:p>
          <a:p>
            <a:r>
              <a:t>5. Analyse des risques et industrialisation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Préparation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Nettoyage des valeurs manquantes</a:t>
            </a:r>
          </a:p>
          <a:p>
            <a:r>
              <a:t>Normalisation des variables numériques</a:t>
            </a:r>
          </a:p>
          <a:p>
            <a:r>
              <a:t>Encodage des variables catégorielles</a:t>
            </a:r>
          </a:p>
          <a:p>
            <a:r>
              <a:t>Équilibrage des classes</a:t>
            </a:r>
          </a:p>
          <a:p>
            <a:r>
              <a:t>Ajout de bruit laplacien pour confidentialité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Modèles IA testés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Régression logistique</a:t>
            </a:r>
          </a:p>
          <a:p>
            <a:r>
              <a:t>Arbre de décision</a:t>
            </a:r>
          </a:p>
          <a:p>
            <a:r>
              <a:t>Random Forest</a:t>
            </a:r>
          </a:p>
          <a:p>
            <a:r>
              <a:t>XGBoost</a:t>
            </a:r>
          </a:p>
          <a:p>
            <a:r>
              <a:t>Comparaison des performances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Interprétabilité médicale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Utilisation de SHAP</a:t>
            </a:r>
          </a:p>
          <a:p>
            <a:r>
              <a:t>Identification des variables les plus importantes</a:t>
            </a:r>
          </a:p>
          <a:p>
            <a:r>
              <a:t>Compréhension des décisions du modèle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des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Métriques utilisées :</a:t>
            </a:r>
          </a:p>
          <a:p>
            <a:r>
              <a:t>- Accuracy</a:t>
            </a:r>
          </a:p>
          <a:p>
            <a:r>
              <a:t>- Recall (sensibilité)</a:t>
            </a:r>
          </a:p>
          <a:p>
            <a:r>
              <a:t>- F1-score</a:t>
            </a:r>
          </a:p>
          <a:p>
            <a:r>
              <a:t>- Spécificité</a:t>
            </a:r>
          </a:p>
          <a:p>
            <a:r>
              <a:t>Courbe ROC et matrice de confusion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du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 médecine : éviter les faux négatifs.</a:t>
            </a:r>
          </a:p>
          <a:p>
            <a:r>
              <a:t>Un patient diabétique non détecté peut subir des complications graves.</a:t>
            </a:r>
          </a:p>
          <a:p>
            <a:r>
              <a:t>Priorité : maximiser la sensibilité.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Risques et éthique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Biais possibles dans les données</a:t>
            </a:r>
          </a:p>
          <a:p>
            <a:r>
              <a:t>Sous‑représentation de certaines populations</a:t>
            </a:r>
          </a:p>
          <a:p>
            <a:r>
              <a:t>Faux négatifs dangereux</a:t>
            </a:r>
          </a:p>
          <a:p>
            <a:r>
              <a:t>Décision finale laissée au médecin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sécurisée (FastAPI)</a:t>
            </a:r>
          </a:p>
          <a:p>
            <a:r>
              <a:t>Conteneurisation Docker</a:t>
            </a:r>
          </a:p>
          <a:p>
            <a:r>
              <a:t>CI/CD</a:t>
            </a:r>
          </a:p>
          <a:p>
            <a:r>
              <a:t>Monitoring des dérives des données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L’IA peut assister le diagnostic médical.</a:t>
            </a:r>
          </a:p>
          <a:p>
            <a:r>
              <a:t>Importance de l’éthique et de l’interprétabilité.</a:t>
            </a:r>
          </a:p>
          <a:p>
            <a:r>
              <a:t>Prochaine étape : validation clinique réelle.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